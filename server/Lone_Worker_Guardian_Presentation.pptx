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 WORKER GUARDIAN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Fall Detection &amp; Real-Time Emergency Dispatch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Industrial IoT | Real-Time Systems | Worker Safety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Existing System vs. Proposed System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/ Parameter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System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System (Guardian)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 mins delay (Manual phone calls)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 seconds (Instant WebSockets &amp; SMS)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 Detection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radio check-in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3-Axis Motion Sensor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Positioning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Coarse cell tower estimation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GPS + Network IP Fallback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Tracking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logbooks or manual reports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Command Center + Google Maps Pin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System Architecture &amp;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93776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1. Edge Sensing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Tracks device motion via devicemotion APIs to detect sudden fall impacts (&gt;25 m/s²).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463040"/>
            <a:ext cx="493776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2. Emergency Dispatch Logic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1945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Synthesizes local audio sirens, triggers vibrations, and locks live GPS coordinates.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493776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3. WebSocket Data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Broadcasts JSON alerts instantly across Socket.io persistent channels to servers.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749040"/>
            <a:ext cx="493776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4. Owner Command Center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44805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Receives push alerts, flashes dashboard, and generates Google Maps navigation pins.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Frontend UI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1508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React.js, HTML5 Motion API, Web Audio API (Synthesizer Siren)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Real-Time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2606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Socket.io (Bi-directional WebSocket Communication)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Backend Server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3703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Node.js, Express.js REST APIs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00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Gateway &amp; Maps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800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Twilio SMS API, Google Maps Navigation Pin Integration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Lone Worker Guardian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Lone Worker Guardian Presentation</dc:title>
  <dc:subject>PptxGenJS Presentation</dc:subject>
  <dc:creator>Industrial Safety Team</dc:creator>
  <cp:lastModifiedBy>Industrial Safety Team</cp:lastModifiedBy>
  <cp:revision>1</cp:revision>
  <dcterms:created xsi:type="dcterms:W3CDTF">2026-08-20T06:29:34Z</dcterms:created>
  <dcterms:modified xsi:type="dcterms:W3CDTF">2026-08-20T06:29:34Z</dcterms:modified>
</cp:coreProperties>
</file>